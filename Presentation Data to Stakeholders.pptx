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95" d="100"/>
          <a:sy n="95" d="100"/>
        </p:scale>
        <p:origin x="44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12/7/2025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a:t>
            </a:r>
            <a:r>
              <a:rPr lang="en-US"/>
              <a:t>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a:t>Overview</a:t>
            </a:r>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a:t>Decreased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a:t>Customer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Actions</a:t>
            </a:r>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a:t>Increase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a:t>Enhance Customer Engagement: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a:t>Improve Customer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108</TotalTime>
  <Words>787</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kothamasu Abhishek</cp:lastModifiedBy>
  <cp:revision>2</cp:revision>
  <dcterms:created xsi:type="dcterms:W3CDTF">2024-09-03T15:16:05Z</dcterms:created>
  <dcterms:modified xsi:type="dcterms:W3CDTF">2025-12-07T10:44:23Z</dcterms:modified>
</cp:coreProperties>
</file>